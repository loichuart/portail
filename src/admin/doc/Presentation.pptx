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notesMasterIdLst>
    <p:notesMasterId r:id="rId14"/>
  </p:notesMasterIdLst>
  <p:sldIdLst>
    <p:sldId id="256" r:id="rId2"/>
    <p:sldId id="302" r:id="rId3"/>
    <p:sldId id="301" r:id="rId4"/>
    <p:sldId id="297" r:id="rId5"/>
    <p:sldId id="291" r:id="rId6"/>
    <p:sldId id="299" r:id="rId7"/>
    <p:sldId id="300" r:id="rId8"/>
    <p:sldId id="294" r:id="rId9"/>
    <p:sldId id="305" r:id="rId10"/>
    <p:sldId id="284" r:id="rId11"/>
    <p:sldId id="304" r:id="rId12"/>
    <p:sldId id="278" r:id="rId13"/>
  </p:sldIdLst>
  <p:sldSz cx="9144000" cy="6858000" type="screen4x3"/>
  <p:notesSz cx="6858000" cy="9144000"/>
  <p:defaultTextStyle>
    <a:defPPr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4"/>
    <p:restoredTop sz="83072"/>
  </p:normalViewPr>
  <p:slideViewPr>
    <p:cSldViewPr snapToGrid="0" snapToObjects="1">
      <p:cViewPr varScale="1">
        <p:scale>
          <a:sx n="77" d="100"/>
          <a:sy n="77" d="100"/>
        </p:scale>
        <p:origin x="107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8172D-3087-E949-A526-3022C640D447}" type="datetimeFigureOut">
              <a:rPr lang="fr-FR" smtClean="0"/>
              <a:t>07/02/2017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Click to edit Master text styles</a:t>
            </a:r>
          </a:p>
          <a:p>
            <a:pPr lvl="1"/>
            <a:r>
              <a:rPr lang="fr-FR" smtClean="0"/>
              <a:t>Second level</a:t>
            </a:r>
          </a:p>
          <a:p>
            <a:pPr lvl="2"/>
            <a:r>
              <a:rPr lang="fr-FR" smtClean="0"/>
              <a:t>Third level</a:t>
            </a:r>
          </a:p>
          <a:p>
            <a:pPr lvl="3"/>
            <a:r>
              <a:rPr lang="fr-FR" smtClean="0"/>
              <a:t>Fourth level</a:t>
            </a:r>
          </a:p>
          <a:p>
            <a:pPr lvl="4"/>
            <a:r>
              <a:rPr lang="fr-FR" smtClean="0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68E64-3C99-AE49-8634-4599FEFF461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9542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68E64-3C99-AE49-8634-4599FEFF461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6668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4"/>
            <a:ext cx="7315200" cy="2595025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fr-FR" smtClean="0"/>
              <a:t>Cliquez et modifiez le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2F0E-3B07-2A40-A05C-A088DE8F951D}" type="datetime1">
              <a:rPr lang="en-US" smtClean="0"/>
              <a:t>2/7/17</a:t>
            </a:fld>
            <a:endParaRPr lang="fr-FR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364FAAA-1A82-7B4A-BE07-706D00ABCF70}" type="slidenum">
              <a:rPr lang="fr-FR" smtClean="0"/>
              <a:t>‹#›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0547C-C1C6-1A4B-9721-4E47E8E61847}" type="datetime1">
              <a:rPr lang="en-US" smtClean="0"/>
              <a:t>2/7/17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4FAAA-1A82-7B4A-BE07-706D00ABCF70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4000" b="0" cap="none"/>
            </a:lvl1pPr>
          </a:lstStyle>
          <a:p>
            <a:r>
              <a:rPr lang="fr-FR" smtClean="0"/>
              <a:t>Cliquez et modifiez le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7"/>
            <a:ext cx="7315200" cy="10984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81061-D32D-3744-9DF3-26E3A4109A3B}" type="datetime1">
              <a:rPr lang="en-US" smtClean="0"/>
              <a:t>2/7/17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4FAAA-1A82-7B4A-BE07-706D00ABCF70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9D62E-9477-4442-AF5A-8243AEF5936C}" type="datetime1">
              <a:rPr lang="en-US" smtClean="0"/>
              <a:t>2/7/17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4FAAA-1A82-7B4A-BE07-706D00ABCF70}" type="slidenum">
              <a:rPr lang="fr-FR" smtClean="0"/>
              <a:t>‹#›</a:t>
            </a:fld>
            <a:endParaRPr lang="fr-FR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0"/>
            <a:ext cx="3566160" cy="3595687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4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CFFF9-5A5E-4A41-B2BE-A648C89F42A7}" type="datetime1">
              <a:rPr lang="en-US" smtClean="0"/>
              <a:t>2/7/17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4FAAA-1A82-7B4A-BE07-706D00ABCF70}" type="slidenum">
              <a:rPr lang="fr-FR" smtClean="0"/>
              <a:t>‹#›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390E4-40C3-A349-A02F-A700C9292490}" type="datetime1">
              <a:rPr lang="en-US" smtClean="0"/>
              <a:t>2/7/17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4FAAA-1A82-7B4A-BE07-706D00ABCF70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E6AF5-4B22-2049-AC82-71881D5E3A17}" type="datetime1">
              <a:rPr lang="en-US" smtClean="0"/>
              <a:t>2/7/17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4FAAA-1A82-7B4A-BE07-706D00ABCF70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2"/>
            <a:ext cx="2950936" cy="2173015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5"/>
            <a:ext cx="2950936" cy="2245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6BCF2-5EC9-C942-99D1-D13475C1F154}" type="datetime1">
              <a:rPr lang="en-US" smtClean="0"/>
              <a:t>2/7/17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4FAAA-1A82-7B4A-BE07-706D00ABCF70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Faire glisser l'image vers l'espace réservé ou cliquer sur l'icône pour l'ajouter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680AA-DF5B-3A49-BA2F-4AC4957B3E01}" type="datetime1">
              <a:rPr lang="en-US" smtClean="0"/>
              <a:t>2/7/17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4FAAA-1A82-7B4A-BE07-706D00ABCF70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2A62E-A780-7348-BA44-2BF8DFFA1EBD}" type="datetime1">
              <a:rPr lang="en-US" smtClean="0"/>
              <a:t>2/7/17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4FAAA-1A82-7B4A-BE07-706D00ABCF70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0" y="1826709"/>
            <a:ext cx="1492499" cy="4484454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35115-2710-D440-B204-327266C01CCC}" type="datetime1">
              <a:rPr lang="en-US" smtClean="0"/>
              <a:t>2/7/17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4FAAA-1A82-7B4A-BE07-706D00ABCF70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1159" y="321220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7931" y="1632808"/>
            <a:ext cx="8756330" cy="5022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56359" y="321220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C344F39A-90E9-A543-B054-8A6DE6CBFBBC}" type="datetime1">
              <a:rPr lang="en-US" smtClean="0"/>
              <a:t>2/7/17</a:t>
            </a:fld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288" y="726453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000000"/>
                </a:solidFill>
              </a:defRPr>
            </a:lvl1pPr>
          </a:lstStyle>
          <a:p>
            <a:fld id="{A364FAAA-1A82-7B4A-BE07-706D00ABCF70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97511" y="11353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lyceemonge.com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399" y="1408670"/>
            <a:ext cx="7562441" cy="3702979"/>
          </a:xfrm>
        </p:spPr>
        <p:txBody>
          <a:bodyPr>
            <a:normAutofit/>
          </a:bodyPr>
          <a:lstStyle/>
          <a:p>
            <a:r>
              <a:rPr lang="fr-FR" dirty="0"/>
              <a:t>Le BTS SIO</a:t>
            </a:r>
            <a:br>
              <a:rPr lang="fr-FR" dirty="0"/>
            </a:br>
            <a:r>
              <a:rPr lang="fr-FR" dirty="0"/>
              <a:t>Services </a:t>
            </a:r>
            <a:br>
              <a:rPr lang="fr-FR" dirty="0"/>
            </a:br>
            <a:r>
              <a:rPr lang="fr-FR" dirty="0"/>
              <a:t>Informatiques aux Organisations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Lycée Monge</a:t>
            </a:r>
          </a:p>
          <a:p>
            <a:r>
              <a:rPr lang="fr-FR" dirty="0" smtClean="0"/>
              <a:t>2016 - 2017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364FAAA-1A82-7B4A-BE07-706D00ABCF7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9332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4FAAA-1A82-7B4A-BE07-706D00ABCF70}" type="slidenum">
              <a:rPr lang="fr-FR" smtClean="0"/>
              <a:t>2</a:t>
            </a:fld>
            <a:endParaRPr lang="fr-FR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670" y="43525"/>
            <a:ext cx="7736618" cy="6814475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22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045" y="1149964"/>
            <a:ext cx="7626243" cy="5626595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4FAAA-1A82-7B4A-BE07-706D00ABCF70}" type="slidenum">
              <a:rPr lang="fr-FR" smtClean="0"/>
              <a:t>3</a:t>
            </a:fld>
            <a:endParaRPr lang="fr-FR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41159" y="321220"/>
            <a:ext cx="7315200" cy="706985"/>
          </a:xfrm>
        </p:spPr>
        <p:txBody>
          <a:bodyPr>
            <a:normAutofit/>
          </a:bodyPr>
          <a:lstStyle/>
          <a:p>
            <a:pPr algn="just"/>
            <a:r>
              <a:rPr lang="fr-FR" dirty="0" smtClean="0"/>
              <a:t>Un secteur qui recrute !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6906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fr-FR" dirty="0"/>
              <a:t>Types de </a:t>
            </a:r>
            <a:r>
              <a:rPr lang="fr-FR" dirty="0" smtClean="0"/>
              <a:t>postes pour le BTS SIO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fr-FR" sz="2200" dirty="0"/>
          </a:p>
          <a:p>
            <a:pPr marL="177800" indent="-88900">
              <a:buFont typeface="Wingdings" pitchFamily="2" charset="2"/>
              <a:buChar char="§"/>
              <a:tabLst>
                <a:tab pos="177800" algn="l"/>
              </a:tabLst>
            </a:pPr>
            <a:r>
              <a:rPr lang="fr-FR" dirty="0"/>
              <a:t>Administrateur systèmes et réseaux</a:t>
            </a:r>
          </a:p>
          <a:p>
            <a:pPr marL="177800" indent="-88900">
              <a:buFont typeface="Wingdings" pitchFamily="2" charset="2"/>
              <a:buChar char="§"/>
              <a:tabLst>
                <a:tab pos="177800" algn="l"/>
              </a:tabLst>
            </a:pPr>
            <a:r>
              <a:rPr lang="fr-FR" dirty="0"/>
              <a:t>Informaticien support et déploiement</a:t>
            </a:r>
          </a:p>
          <a:p>
            <a:pPr marL="177800" indent="-88900">
              <a:buFont typeface="Wingdings" pitchFamily="2" charset="2"/>
              <a:buChar char="§"/>
              <a:tabLst>
                <a:tab pos="177800" algn="l"/>
              </a:tabLst>
            </a:pPr>
            <a:r>
              <a:rPr lang="fr-FR" dirty="0" smtClean="0"/>
              <a:t>Support  système </a:t>
            </a:r>
            <a:r>
              <a:rPr lang="fr-FR" dirty="0"/>
              <a:t>et réseaux</a:t>
            </a:r>
          </a:p>
          <a:p>
            <a:pPr marL="177800" indent="-88900">
              <a:buFont typeface="Wingdings" pitchFamily="2" charset="2"/>
              <a:buChar char="§"/>
              <a:tabLst>
                <a:tab pos="177800" algn="l"/>
              </a:tabLst>
            </a:pPr>
            <a:r>
              <a:rPr lang="fr-FR" dirty="0"/>
              <a:t>Technicien d’infrastructure</a:t>
            </a:r>
          </a:p>
          <a:p>
            <a:pPr marL="177800" lvl="0" indent="-88900">
              <a:buFont typeface="Wingdings" pitchFamily="2" charset="2"/>
              <a:buChar char="§"/>
              <a:tabLst>
                <a:tab pos="177800" algn="l"/>
              </a:tabLst>
            </a:pPr>
            <a:endParaRPr lang="fr-FR" dirty="0" smtClean="0"/>
          </a:p>
          <a:p>
            <a:pPr marL="177800" lvl="0" indent="-88900">
              <a:buFont typeface="Wingdings" pitchFamily="2" charset="2"/>
              <a:buChar char="§"/>
              <a:tabLst>
                <a:tab pos="177800" algn="l"/>
              </a:tabLst>
            </a:pPr>
            <a:r>
              <a:rPr lang="fr-FR" dirty="0" smtClean="0"/>
              <a:t>Analyste d’applications</a:t>
            </a:r>
          </a:p>
          <a:p>
            <a:pPr marL="177800" lvl="0" indent="-88900">
              <a:buFont typeface="Wingdings" pitchFamily="2" charset="2"/>
              <a:buChar char="§"/>
              <a:tabLst>
                <a:tab pos="177800" algn="l"/>
              </a:tabLst>
            </a:pPr>
            <a:r>
              <a:rPr lang="fr-FR" dirty="0" smtClean="0"/>
              <a:t>Analyste </a:t>
            </a:r>
            <a:r>
              <a:rPr lang="fr-FR" dirty="0"/>
              <a:t>programmateur</a:t>
            </a:r>
          </a:p>
          <a:p>
            <a:pPr marL="177800" lvl="0" indent="-88900">
              <a:buFont typeface="Wingdings" pitchFamily="2" charset="2"/>
              <a:buChar char="§"/>
              <a:tabLst>
                <a:tab pos="177800" algn="l"/>
              </a:tabLst>
            </a:pPr>
            <a:r>
              <a:rPr lang="fr-FR" dirty="0"/>
              <a:t>Chargé d’études informatiques</a:t>
            </a:r>
          </a:p>
          <a:p>
            <a:pPr marL="177800" lvl="0" indent="-88900">
              <a:buFont typeface="Wingdings" pitchFamily="2" charset="2"/>
              <a:buChar char="§"/>
              <a:tabLst>
                <a:tab pos="177800" algn="l"/>
              </a:tabLst>
            </a:pPr>
            <a:r>
              <a:rPr lang="fr-FR" dirty="0"/>
              <a:t>Développeur d’applications </a:t>
            </a:r>
            <a:r>
              <a:rPr lang="fr-FR" dirty="0" smtClean="0"/>
              <a:t>informatiques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4FAAA-1A82-7B4A-BE07-706D00ABCF7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0722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 points forts du BTS </a:t>
            </a:r>
            <a:r>
              <a:rPr lang="en-US" dirty="0"/>
              <a:t>SIO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fr-FR" dirty="0" smtClean="0"/>
          </a:p>
          <a:p>
            <a:pPr lvl="1"/>
            <a:r>
              <a:rPr lang="fr-FR" sz="2000" dirty="0"/>
              <a:t>Orienté entreprise</a:t>
            </a:r>
          </a:p>
          <a:p>
            <a:pPr lvl="1"/>
            <a:r>
              <a:rPr lang="fr-FR" sz="2000" dirty="0"/>
              <a:t>E</a:t>
            </a:r>
            <a:r>
              <a:rPr lang="fr-FR" sz="2000" dirty="0"/>
              <a:t>nseignement </a:t>
            </a:r>
            <a:r>
              <a:rPr lang="fr-FR" sz="2000" dirty="0"/>
              <a:t>par </a:t>
            </a:r>
            <a:r>
              <a:rPr lang="fr-FR" sz="2000" dirty="0"/>
              <a:t>projets</a:t>
            </a:r>
          </a:p>
          <a:p>
            <a:pPr lvl="1"/>
            <a:r>
              <a:rPr lang="en-US" sz="2000" dirty="0"/>
              <a:t>2 </a:t>
            </a:r>
            <a:r>
              <a:rPr lang="en-US" sz="2000" dirty="0"/>
              <a:t>options</a:t>
            </a:r>
          </a:p>
          <a:p>
            <a:pPr lvl="2"/>
            <a:r>
              <a:rPr lang="fr-FR" sz="2000" dirty="0"/>
              <a:t>Solutions d’Infrastructure, Système et Réseau</a:t>
            </a:r>
          </a:p>
          <a:p>
            <a:pPr lvl="2"/>
            <a:r>
              <a:rPr lang="fr-FR" sz="2000" dirty="0"/>
              <a:t>Solutions logicielles et Applications Métiers</a:t>
            </a:r>
          </a:p>
          <a:p>
            <a:pPr lvl="1"/>
            <a:r>
              <a:rPr lang="fr-FR" sz="2000" dirty="0"/>
              <a:t>Stages</a:t>
            </a:r>
            <a:endParaRPr lang="fr-FR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4FAAA-1A82-7B4A-BE07-706D00ABCF70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1675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 </a:t>
            </a:r>
            <a:r>
              <a:rPr lang="en-US" dirty="0" err="1" smtClean="0"/>
              <a:t>enseignements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4FAAA-1A82-7B4A-BE07-706D00ABCF70}" type="slidenum">
              <a:rPr lang="fr-FR" smtClean="0"/>
              <a:t>6</a:t>
            </a:fld>
            <a:endParaRPr lang="fr-FR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196" y="1632808"/>
            <a:ext cx="4749800" cy="502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206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Poursuite</a:t>
            </a:r>
            <a:r>
              <a:rPr lang="en-US" dirty="0" smtClean="0"/>
              <a:t> </a:t>
            </a:r>
            <a:r>
              <a:rPr lang="en-US" dirty="0" err="1" smtClean="0"/>
              <a:t>d’études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Licence</a:t>
            </a:r>
            <a:r>
              <a:rPr lang="en-US" dirty="0" smtClean="0"/>
              <a:t> </a:t>
            </a:r>
            <a:r>
              <a:rPr lang="en-US" dirty="0" err="1" smtClean="0"/>
              <a:t>professionnelle</a:t>
            </a:r>
            <a:endParaRPr lang="en-US" dirty="0" smtClean="0"/>
          </a:p>
          <a:p>
            <a:r>
              <a:rPr lang="en-US" dirty="0" smtClean="0"/>
              <a:t>Master</a:t>
            </a:r>
          </a:p>
          <a:p>
            <a:r>
              <a:rPr lang="en-US" dirty="0" err="1" smtClean="0"/>
              <a:t>Écoles</a:t>
            </a:r>
            <a:r>
              <a:rPr lang="en-US" dirty="0" smtClean="0"/>
              <a:t> </a:t>
            </a:r>
            <a:r>
              <a:rPr lang="en-US" dirty="0" err="1" smtClean="0"/>
              <a:t>d’ingénieur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err="1" smtClean="0"/>
              <a:t>Où</a:t>
            </a:r>
            <a:r>
              <a:rPr lang="en-US" dirty="0" smtClean="0"/>
              <a:t> la </a:t>
            </a:r>
            <a:r>
              <a:rPr lang="en-US" dirty="0" err="1" smtClean="0"/>
              <a:t>possibilité</a:t>
            </a:r>
            <a:r>
              <a:rPr lang="en-US" dirty="0" smtClean="0"/>
              <a:t> </a:t>
            </a:r>
            <a:r>
              <a:rPr lang="en-US" dirty="0" err="1" smtClean="0"/>
              <a:t>d’entrée</a:t>
            </a:r>
            <a:r>
              <a:rPr lang="en-US" dirty="0" smtClean="0"/>
              <a:t> </a:t>
            </a:r>
            <a:r>
              <a:rPr lang="en-US" dirty="0" err="1" smtClean="0"/>
              <a:t>dans</a:t>
            </a:r>
            <a:r>
              <a:rPr lang="en-US" dirty="0" smtClean="0"/>
              <a:t> la vie active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4FAAA-1A82-7B4A-BE07-706D00ABCF70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4627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conditions d’admission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T</a:t>
            </a:r>
            <a:r>
              <a:rPr lang="fr-FR" dirty="0" smtClean="0"/>
              <a:t>itulaire </a:t>
            </a:r>
            <a:r>
              <a:rPr lang="fr-FR" dirty="0"/>
              <a:t>du </a:t>
            </a:r>
            <a:r>
              <a:rPr lang="fr-FR" dirty="0" smtClean="0"/>
              <a:t>baccalauréat</a:t>
            </a:r>
          </a:p>
          <a:p>
            <a:pPr lvl="1"/>
            <a:r>
              <a:rPr lang="fr-FR" sz="2000" dirty="0" smtClean="0"/>
              <a:t>BAC STMG SIG</a:t>
            </a:r>
            <a:endParaRPr lang="fr-FR" sz="2000" dirty="0" smtClean="0"/>
          </a:p>
          <a:p>
            <a:pPr lvl="1"/>
            <a:r>
              <a:rPr lang="fr-FR" sz="2000" dirty="0" smtClean="0"/>
              <a:t>BAC </a:t>
            </a:r>
            <a:r>
              <a:rPr lang="fr-FR" sz="2000" dirty="0" smtClean="0"/>
              <a:t>STI2D SIN</a:t>
            </a:r>
          </a:p>
          <a:p>
            <a:pPr lvl="1"/>
            <a:r>
              <a:rPr lang="fr-FR" sz="2000" dirty="0"/>
              <a:t>BAC </a:t>
            </a:r>
            <a:r>
              <a:rPr lang="fr-FR" sz="2000" dirty="0" smtClean="0"/>
              <a:t>S</a:t>
            </a:r>
            <a:endParaRPr lang="fr-FR" sz="2000" dirty="0" smtClean="0"/>
          </a:p>
          <a:p>
            <a:pPr lvl="1"/>
            <a:r>
              <a:rPr lang="fr-FR" sz="2000" dirty="0" smtClean="0"/>
              <a:t>BAC </a:t>
            </a:r>
            <a:r>
              <a:rPr lang="fr-FR" sz="2000" dirty="0" smtClean="0"/>
              <a:t>PRO SEN</a:t>
            </a:r>
            <a:endParaRPr lang="fr-FR" sz="2000" dirty="0"/>
          </a:p>
          <a:p>
            <a:endParaRPr lang="fr-FR" dirty="0" smtClean="0"/>
          </a:p>
          <a:p>
            <a:r>
              <a:rPr lang="fr-FR" dirty="0" smtClean="0"/>
              <a:t>L’admission </a:t>
            </a:r>
            <a:r>
              <a:rPr lang="fr-FR" dirty="0"/>
              <a:t>en section de technicien supérieur est prononcée par le chef d’établissement sur avis d’une commission formée par l’équipe pédagogique qui aura en charge la section des techniciens supérieurs. </a:t>
            </a:r>
            <a:endParaRPr lang="fr-FR" dirty="0" smtClean="0"/>
          </a:p>
          <a:p>
            <a:r>
              <a:rPr lang="fr-FR" dirty="0" smtClean="0"/>
              <a:t>Les </a:t>
            </a:r>
            <a:r>
              <a:rPr lang="fr-FR" dirty="0"/>
              <a:t>bulletins des classes de </a:t>
            </a:r>
            <a:r>
              <a:rPr lang="fr-FR" dirty="0" smtClean="0"/>
              <a:t>1re </a:t>
            </a:r>
            <a:r>
              <a:rPr lang="fr-FR" dirty="0"/>
              <a:t>et de </a:t>
            </a:r>
            <a:r>
              <a:rPr lang="fr-FR" dirty="0" smtClean="0"/>
              <a:t>terminal </a:t>
            </a:r>
            <a:r>
              <a:rPr lang="fr-FR" dirty="0"/>
              <a:t>sont exigés</a:t>
            </a:r>
          </a:p>
          <a:p>
            <a:pPr marL="45720" indent="0">
              <a:buNone/>
            </a:pPr>
            <a:endParaRPr lang="fr-FR" b="1" dirty="0" smtClean="0">
              <a:solidFill>
                <a:schemeClr val="bg2">
                  <a:lumMod val="75000"/>
                </a:schemeClr>
              </a:solidFill>
              <a:latin typeface="Arial Rounded MT Bold" pitchFamily="34" charset="0"/>
            </a:endParaRPr>
          </a:p>
          <a:p>
            <a:pPr marL="45720" indent="0">
              <a:buNone/>
            </a:pPr>
            <a:endParaRPr lang="fr-FR" b="1" dirty="0">
              <a:solidFill>
                <a:schemeClr val="bg2">
                  <a:lumMod val="75000"/>
                </a:schemeClr>
              </a:solidFill>
              <a:latin typeface="Arial Rounded MT Bold" pitchFamily="34" charset="0"/>
            </a:endParaRPr>
          </a:p>
          <a:p>
            <a:r>
              <a:rPr lang="en-US" dirty="0"/>
              <a:t>Place </a:t>
            </a:r>
            <a:r>
              <a:rPr lang="en-US" dirty="0" err="1"/>
              <a:t>disponible</a:t>
            </a:r>
            <a:r>
              <a:rPr lang="en-US" dirty="0"/>
              <a:t> : </a:t>
            </a:r>
            <a:r>
              <a:rPr lang="en-US" dirty="0" smtClean="0"/>
              <a:t>35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4FAAA-1A82-7B4A-BE07-706D00ABCF70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1208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4FAAA-1A82-7B4A-BE07-706D00ABCF70}" type="slidenum">
              <a:rPr lang="fr-FR" smtClean="0"/>
              <a:t>9</a:t>
            </a:fld>
            <a:endParaRPr lang="fr-FR"/>
          </a:p>
        </p:txBody>
      </p:sp>
      <p:pic>
        <p:nvPicPr>
          <p:cNvPr id="5" name="Image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325" t="12200" r="11413" b="23401"/>
          <a:stretch/>
        </p:blipFill>
        <p:spPr>
          <a:xfrm>
            <a:off x="2293" y="1475316"/>
            <a:ext cx="9183243" cy="5382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39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Contact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hlinkClick r:id="rId2"/>
              </a:rPr>
              <a:t>http://</a:t>
            </a:r>
            <a:r>
              <a:rPr lang="fr-FR" dirty="0" smtClean="0">
                <a:hlinkClick r:id="rId2"/>
              </a:rPr>
              <a:t>www.lyceemonge.com</a:t>
            </a:r>
            <a:endParaRPr lang="fr-FR" dirty="0" smtClean="0"/>
          </a:p>
          <a:p>
            <a:r>
              <a:rPr lang="fr-FR" dirty="0" smtClean="0"/>
              <a:t>https://</a:t>
            </a:r>
            <a:r>
              <a:rPr lang="fr-FR" dirty="0" err="1" smtClean="0"/>
              <a:t>cirrus.infomonge.net</a:t>
            </a:r>
            <a:endParaRPr lang="fr-FR" dirty="0"/>
          </a:p>
          <a:p>
            <a:endParaRPr lang="fr-FR" dirty="0" smtClean="0"/>
          </a:p>
          <a:p>
            <a:r>
              <a:rPr lang="fr-FR" dirty="0" smtClean="0"/>
              <a:t>Professeur </a:t>
            </a:r>
            <a:r>
              <a:rPr lang="fr-FR" dirty="0" smtClean="0"/>
              <a:t>référent 1</a:t>
            </a:r>
            <a:r>
              <a:rPr lang="fr-FR" baseline="30000" dirty="0" smtClean="0"/>
              <a:t>ère</a:t>
            </a:r>
            <a:r>
              <a:rPr lang="fr-FR" dirty="0" smtClean="0"/>
              <a:t> année </a:t>
            </a:r>
            <a:r>
              <a:rPr lang="fr-FR" dirty="0" smtClean="0"/>
              <a:t>: Sébastien </a:t>
            </a:r>
            <a:r>
              <a:rPr lang="fr-FR" dirty="0" smtClean="0"/>
              <a:t>TRIONFINI</a:t>
            </a:r>
            <a:endParaRPr lang="fr-FR" dirty="0"/>
          </a:p>
          <a:p>
            <a:r>
              <a:rPr lang="fr-FR" dirty="0" smtClean="0"/>
              <a:t>Mail </a:t>
            </a:r>
            <a:r>
              <a:rPr lang="fr-FR" dirty="0" smtClean="0"/>
              <a:t>: </a:t>
            </a:r>
            <a:r>
              <a:rPr lang="fr-FR" dirty="0" err="1" smtClean="0"/>
              <a:t>prof@trionfini.com</a:t>
            </a:r>
            <a:endParaRPr lang="fr-FR" dirty="0"/>
          </a:p>
          <a:p>
            <a:r>
              <a:rPr lang="fr-FR" dirty="0"/>
              <a:t>Possibilité de faire un mini stage (demandez au secrétariat du lycée qui se mettra en relation avec nous)</a:t>
            </a:r>
          </a:p>
          <a:p>
            <a:endParaRPr lang="fr-F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4FAAA-1A82-7B4A-BE07-706D00ABCF70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7276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4706"/>
            <a:ext cx="9144000" cy="690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58772"/>
      </p:ext>
    </p:extLst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386782" y="564578"/>
            <a:ext cx="2378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smtClean="0"/>
              <a:t>Des questions ?</a:t>
            </a:r>
            <a:endParaRPr lang="fr-FR" sz="2400" dirty="0"/>
          </a:p>
        </p:txBody>
      </p:sp>
      <p:pic>
        <p:nvPicPr>
          <p:cNvPr id="4" name="Image 3" descr="11954322131712176739question_mark_naught101_02.svg.hi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910" y="1888981"/>
            <a:ext cx="3104179" cy="3104179"/>
          </a:xfrm>
          <a:prstGeom prst="rect">
            <a:avLst/>
          </a:prstGeom>
        </p:spPr>
      </p:pic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4FAAA-1A82-7B4A-BE07-706D00ABCF70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9952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 BTS SIO">
  <a:themeElements>
    <a:clrScheme name="Perspective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 BTS SIO.thmx</Template>
  <TotalTime>373</TotalTime>
  <Words>200</Words>
  <Application>Microsoft Macintosh PowerPoint</Application>
  <PresentationFormat>On-screen Show (4:3)</PresentationFormat>
  <Paragraphs>63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 Rounded MT Bold</vt:lpstr>
      <vt:lpstr>Calibri</vt:lpstr>
      <vt:lpstr>Wingdings</vt:lpstr>
      <vt:lpstr>Arial</vt:lpstr>
      <vt:lpstr>Theme BTS SIO</vt:lpstr>
      <vt:lpstr>Le BTS SIO Services  Informatiques aux Organisations</vt:lpstr>
      <vt:lpstr>PowerPoint Presentation</vt:lpstr>
      <vt:lpstr>Un secteur qui recrute !</vt:lpstr>
      <vt:lpstr>Types de postes pour le BTS SIO</vt:lpstr>
      <vt:lpstr>Les points forts du BTS SIO</vt:lpstr>
      <vt:lpstr>Les enseignements</vt:lpstr>
      <vt:lpstr>Poursuite d’études</vt:lpstr>
      <vt:lpstr>Les conditions d’admission</vt:lpstr>
      <vt:lpstr>PowerPoint Presentation</vt:lpstr>
      <vt:lpstr>Contact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15.0030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réseaux</dc:title>
  <dc:creator>sebastien trionfini</dc:creator>
  <cp:lastModifiedBy>Microsoft Office User</cp:lastModifiedBy>
  <cp:revision>119</cp:revision>
  <dcterms:created xsi:type="dcterms:W3CDTF">2014-05-14T19:37:58Z</dcterms:created>
  <dcterms:modified xsi:type="dcterms:W3CDTF">2017-02-07T09:31:27Z</dcterms:modified>
</cp:coreProperties>
</file>